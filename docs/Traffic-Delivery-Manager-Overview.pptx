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Delivery Manager unifies health, security, resiliency, observability, and cost across application delivery services and clouds.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nautiyal\AppData\Local\Temp\tdm-video\title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pane for every app delivery service</dc:title>
  <dc:subject>Traffic Delivery Manager overview</dc:subject>
  <dc:creator>Rajesh Nautiyal</dc:creator>
  <cp:lastModifiedBy>Rajesh Nautiyal</cp:lastModifiedBy>
  <cp:revision>1</cp:revision>
  <dcterms:created xsi:type="dcterms:W3CDTF">2026-10-11T17:12:31Z</dcterms:created>
  <dcterms:modified xsi:type="dcterms:W3CDTF">2026-10-11T17:12:31Z</dcterms:modified>
</cp:coreProperties>
</file>